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Visible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Hidden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Visible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Presented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Backup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