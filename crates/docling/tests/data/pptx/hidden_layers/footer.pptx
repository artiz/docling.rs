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Presented text</a:t>
            </a:r>
          </a:p>
        </p:txBody>
      </p:sp>
      <p:sp>
        <p:nvSpPr>
          <p:cNvPr id="10" name="dt"/>
          <p:cNvSpPr/>
          <p:nvPr>
            <p:ph type="dt" idx="10"/>
          </p:nvPr>
        </p:nvSpPr>
        <p:spPr/>
        <p:txBody>
          <a:bodyPr/>
          <a:p>
            <a:r>
              <a:t>10 October 2026</a:t>
            </a:r>
          </a:p>
        </p:txBody>
      </p:sp>
      <p:sp>
        <p:nvSpPr>
          <p:cNvPr id="11" name="ftr"/>
          <p:cNvSpPr/>
          <p:nvPr>
            <p:ph type="ftr" idx="11"/>
          </p:nvPr>
        </p:nvSpPr>
        <p:spPr/>
        <p:txBody>
          <a:bodyPr/>
          <a:p>
            <a:r>
              <a:t>Confidential</a:t>
            </a:r>
          </a:p>
        </p:txBody>
      </p:sp>
      <p:sp>
        <p:nvSpPr>
          <p:cNvPr id="12" name="sldNum"/>
          <p:cNvSpPr/>
          <p:nvPr>
            <p:ph type="sldNum" idx="12"/>
          </p:nvPr>
        </p:nvSpPr>
        <p:spPr/>
        <p:txBody>
          <a:bodyPr/>
          <a:p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Backup text</a:t>
            </a:r>
          </a:p>
        </p:txBody>
      </p:sp>
      <p:sp>
        <p:nvSpPr>
          <p:cNvPr id="10" name="dt"/>
          <p:cNvSpPr/>
          <p:nvPr>
            <p:ph type="dt" idx="10"/>
          </p:nvPr>
        </p:nvSpPr>
        <p:spPr/>
        <p:txBody>
          <a:bodyPr/>
          <a:p>
            <a:r>
              <a:t>10 October 2026</a:t>
            </a:r>
          </a:p>
        </p:txBody>
      </p:sp>
      <p:sp>
        <p:nvSpPr>
          <p:cNvPr id="11" name="ftr"/>
          <p:cNvSpPr/>
          <p:nvPr>
            <p:ph type="ftr" idx="11"/>
          </p:nvPr>
        </p:nvSpPr>
        <p:spPr/>
        <p:txBody>
          <a:bodyPr/>
          <a:p>
            <a:r>
              <a:t>Confidential</a:t>
            </a:r>
          </a:p>
        </p:txBody>
      </p:sp>
      <p:sp>
        <p:nvSpPr>
          <p:cNvPr id="12" name="sldNum"/>
          <p:cNvSpPr/>
          <p:nvPr>
            <p:ph type="sldNum" idx="12"/>
          </p:nvPr>
        </p:nvSpPr>
        <p:spPr/>
        <p:txBody>
          <a:bodyPr/>
          <a:p>
            <a: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