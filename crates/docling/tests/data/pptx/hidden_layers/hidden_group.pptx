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 hidden="1"/>
          <p:cNvGrpSpPr/>
          <p:nvPr/>
        </p:nvGrpSpPr>
        <p:grpSpPr>
          <a:xfrm>
            <a:off x="914400" y="914400"/>
            <a:ext cx="3657600" cy="1371600"/>
            <a:chOff x="914400" y="914400"/>
            <a:chExt cx="3657600" cy="137160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Hidden group first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182880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Hidden group second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14400" y="3657600"/>
            <a:ext cx="3657600" cy="1371600"/>
            <a:chOff x="914400" y="3657600"/>
            <a:chExt cx="3657600" cy="1371600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365760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Shown group kept</a:t>
              </a:r>
            </a:p>
          </p:txBody>
        </p:sp>
        <p:sp>
          <p:nvSpPr>
            <p:cNvPr id="7" name="TextBox 6" hidden="1"/>
            <p:cNvSpPr txBox="1"/>
            <p:nvPr/>
          </p:nvSpPr>
          <p:spPr>
            <a:xfrm>
              <a:off x="914400" y="457200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Shown group hidden member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