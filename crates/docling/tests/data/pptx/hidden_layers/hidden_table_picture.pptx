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 hidden="1"/>
          <p:cNvGraphicFramePr>
            <a:graphicFrameLocks noGrp="1"/>
          </p:cNvGraphicFramePr>
          <p:nvPr/>
        </p:nvGraphicFramePr>
        <p:xfrm>
          <a:off x="914400" y="914400"/>
          <a:ext cx="3657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914400">
                <a:tc>
                  <a:txBody>
                    <a:bodyPr/>
                    <a:lstStyle/>
                    <a:p>
                      <a:r>
                        <a:t>Hidden cell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Other cell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3" name="Picture 2" descr="pixel.png" hidden="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508000" cy="25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572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Shown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