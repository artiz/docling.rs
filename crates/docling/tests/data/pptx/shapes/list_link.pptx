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point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>
            <a:hlinkClick r:id="rId2"/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