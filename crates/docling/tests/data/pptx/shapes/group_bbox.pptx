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plain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0" y="2743200"/>
            <a:ext cx="914400" cy="914400"/>
            <a:chOff x="914400" y="1828800"/>
            <a:chExt cx="9144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828800"/>
              <a:ext cx="914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moved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14400" y="4572000"/>
            <a:ext cx="3657600" cy="914400"/>
            <a:chOff x="914400" y="4572000"/>
            <a:chExt cx="1828800" cy="914400"/>
          </a:xfrm>
        </p:grpSpPr>
        <p:sp>
          <p:nvSpPr>
            <p:cNvPr id="6" name="TextBox 5"/>
            <p:cNvSpPr txBox="1"/>
            <p:nvPr/>
          </p:nvSpPr>
          <p:spPr>
            <a:xfrm>
              <a:off x="914400" y="4572000"/>
              <a:ext cx="914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resized-a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28800" y="4572000"/>
              <a:ext cx="914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resized-b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486400" y="1828800"/>
            <a:ext cx="1828800" cy="1828800"/>
            <a:chOff x="5486400" y="914400"/>
            <a:chExt cx="1828800" cy="914400"/>
          </a:xfrm>
        </p:grpSpPr>
        <p:grpSp>
          <p:nvGrpSpPr>
            <p:cNvPr id="9" name="Group 8"/>
            <p:cNvGrpSpPr/>
            <p:nvPr/>
          </p:nvGrpSpPr>
          <p:grpSpPr>
            <a:xfrm>
              <a:off x="5943600" y="914400"/>
              <a:ext cx="914400" cy="914400"/>
              <a:chOff x="5486400" y="914400"/>
              <a:chExt cx="914400" cy="914400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5486400" y="914400"/>
                <a:ext cx="9144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nested</a:t>
                </a: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6400800" y="914400"/>
              <a:ext cx="914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outer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 flipH="1">
            <a:off x="914400" y="5486400"/>
            <a:ext cx="2743200" cy="914400"/>
            <a:chOff x="914400" y="5486400"/>
            <a:chExt cx="2743200" cy="914400"/>
          </a:xfrm>
        </p:grpSpPr>
        <p:sp>
          <p:nvSpPr>
            <p:cNvPr id="13" name="TextBox 12"/>
            <p:cNvSpPr txBox="1"/>
            <p:nvPr/>
          </p:nvSpPr>
          <p:spPr>
            <a:xfrm>
              <a:off x="914400" y="5486400"/>
              <a:ext cx="914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flip-left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743200" y="5486400"/>
              <a:ext cx="914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flip-right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