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appendix/notes.doc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hlinkClick r:id="rId2"/>
          </p:cNvPr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Open the 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