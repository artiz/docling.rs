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tal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link here</a:t>
            </a:r>
          </a:p>
        </p:txBody>
      </p:sp>
      <p:sp>
        <p:nvSpPr>
          <p:cNvPr id="3" name="TextBox 2">
            <a:hlinkClick r:id="rId2"/>
          </p:cNvPr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Watch the talk</a:t>
            </a:r>
          </a:p>
          <a:p>
            <a:r>
              <a:t>Second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