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hlinkClick action="ppaction://hlinksldjump" r:id="rId2"/>
          </p:cNvPr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 to the next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