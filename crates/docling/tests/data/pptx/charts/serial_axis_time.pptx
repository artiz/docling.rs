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numRef>
              <c:f>Sheet1!$A$2:$A$3</c:f>
              <c:numCache>
                <c:formatCode>General</c:formatCode>
                <c:ptCount val="2"/>
                <c:pt idx="0">
                  <c:v>40909</c:v>
                </c:pt>
                <c:pt idx="1">
                  <c:v>40940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h:mm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