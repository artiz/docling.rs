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</c:v>
                </c:pt>
                <c:pt idx="1">
                  <c:v>34</c:v>
                </c:pt>
                <c:pt idx="2">
                  <c:v>100</c:v>
                </c:pt>
                <c:pt idx="3">
                  <c:v>80</c:v>
                </c:pt>
                <c:pt idx="4">
                  <c:v>116</c:v>
                </c:pt>
                <c:pt idx="5">
                  <c:v>88</c:v>
                </c:pt>
                <c:pt idx="6">
                  <c:v>71</c:v>
                </c:pt>
                <c:pt idx="7">
                  <c:v>90</c:v>
                </c:pt>
                <c:pt idx="8">
                  <c:v>121</c:v>
                </c:pt>
                <c:pt idx="9">
                  <c:v>110</c:v>
                </c:pt>
                <c:pt idx="10">
                  <c:v>101</c:v>
                </c:pt>
                <c:pt idx="1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West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94</c:v>
                </c:pt>
                <c:pt idx="1">
                  <c:v>72</c:v>
                </c:pt>
                <c:pt idx="2">
                  <c:v>62</c:v>
                </c:pt>
                <c:pt idx="3">
                  <c:v>91</c:v>
                </c:pt>
                <c:pt idx="4">
                  <c:v>99</c:v>
                </c:pt>
                <c:pt idx="5">
                  <c:v>70</c:v>
                </c:pt>
                <c:pt idx="6">
                  <c:v>71</c:v>
                </c:pt>
                <c:pt idx="7">
                  <c:v>46</c:v>
                </c:pt>
                <c:pt idx="8">
                  <c:v>91</c:v>
                </c:pt>
                <c:pt idx="9">
                  <c:v>57</c:v>
                </c:pt>
                <c:pt idx="10">
                  <c:v>32</c:v>
                </c:pt>
                <c:pt idx="11">
                  <c:v>157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North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91</c:v>
                </c:pt>
                <c:pt idx="1">
                  <c:v>59</c:v>
                </c:pt>
                <c:pt idx="2">
                  <c:v>85</c:v>
                </c:pt>
                <c:pt idx="3">
                  <c:v>67</c:v>
                </c:pt>
                <c:pt idx="4">
                  <c:v>130</c:v>
                </c:pt>
                <c:pt idx="5">
                  <c:v>66</c:v>
                </c:pt>
                <c:pt idx="6">
                  <c:v>51</c:v>
                </c:pt>
                <c:pt idx="7">
                  <c:v>40</c:v>
                </c:pt>
                <c:pt idx="8">
                  <c:v>62</c:v>
                </c:pt>
                <c:pt idx="9">
                  <c:v>61</c:v>
                </c:pt>
                <c:pt idx="10">
                  <c:v>61</c:v>
                </c:pt>
                <c:pt idx="11">
                  <c:v>52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South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71</c:v>
                </c:pt>
                <c:pt idx="1">
                  <c:v>110</c:v>
                </c:pt>
                <c:pt idx="2">
                  <c:v>101</c:v>
                </c:pt>
                <c:pt idx="3">
                  <c:v>28</c:v>
                </c:pt>
                <c:pt idx="4">
                  <c:v>39</c:v>
                </c:pt>
                <c:pt idx="5">
                  <c:v>52</c:v>
                </c:pt>
                <c:pt idx="6">
                  <c:v>48</c:v>
                </c:pt>
                <c:pt idx="7">
                  <c:v>125</c:v>
                </c:pt>
                <c:pt idx="8">
                  <c:v>43</c:v>
                </c:pt>
                <c:pt idx="9">
                  <c:v>122</c:v>
                </c:pt>
                <c:pt idx="10">
                  <c:v>60</c:v>
                </c:pt>
                <c:pt idx="11">
                  <c:v>63</c:v>
                </c:pt>
              </c:numCache>
            </c:numRef>
          </c:val>
        </c:ser>
        <c:axId val="-2068027336"/>
        <c:axId val="-2113994440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Margin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0.126</c:v>
                </c:pt>
                <c:pt idx="1">
                  <c:v>0.074</c:v>
                </c:pt>
                <c:pt idx="2">
                  <c:v>0.11</c:v>
                </c:pt>
                <c:pt idx="3">
                  <c:v>0.092</c:v>
                </c:pt>
                <c:pt idx="4">
                  <c:v>0.086</c:v>
                </c:pt>
                <c:pt idx="5">
                  <c:v>0.089</c:v>
                </c:pt>
                <c:pt idx="6">
                  <c:v>0.077</c:v>
                </c:pt>
                <c:pt idx="7">
                  <c:v>0.04</c:v>
                </c:pt>
                <c:pt idx="8">
                  <c:v>0.101</c:v>
                </c:pt>
                <c:pt idx="9">
                  <c:v>0.062</c:v>
                </c:pt>
                <c:pt idx="10">
                  <c:v>0.081</c:v>
                </c:pt>
                <c:pt idx="11">
                  <c:v>0.062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Target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0.091</c:v>
                </c:pt>
                <c:pt idx="1">
                  <c:v>0.075</c:v>
                </c:pt>
                <c:pt idx="2">
                  <c:v>0.094</c:v>
                </c:pt>
                <c:pt idx="3">
                  <c:v>0.072</c:v>
                </c:pt>
                <c:pt idx="4">
                  <c:v>0.103</c:v>
                </c:pt>
                <c:pt idx="5">
                  <c:v>0.075</c:v>
                </c:pt>
                <c:pt idx="6">
                  <c:v>0.066</c:v>
                </c:pt>
                <c:pt idx="7">
                  <c:v>0.081</c:v>
                </c:pt>
                <c:pt idx="8">
                  <c:v>0.085</c:v>
                </c:pt>
                <c:pt idx="9">
                  <c:v>0.094</c:v>
                </c:pt>
                <c:pt idx="10">
                  <c:v>0.069</c:v>
                </c:pt>
                <c:pt idx="11">
                  <c:v>0.095</c:v>
                </c:pt>
              </c:numCache>
            </c:numRef>
          </c:val>
        </c:ser>
        <c:marker val="1"/>
        <c:axId val="900"/>
        <c:axId val="901"/>
      </c:lineChart>
      <c:date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Region Position</a:t>
                </a:r>
              </a:p>
            </c:rich>
          </c:tx>
          <c:layout/>
          <c:overlay val="0"/>
        </c:title>
        <c:numFmt formatCode="yyyy\-mm\-dd" sourceLinked="1"/>
        <c:majorTickMark val="out"/>
        <c:minorTickMark val="none"/>
        <c:tickLblPos val="nextTo"/>
        <c:crossAx val="-2113994440"/>
        <c:crosses val="autoZero"/>
        <c:auto val="1"/>
        <c:lblOffset val="100"/>
        <c:baseTimeUnit val="days"/>
      </c:date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Bar Sales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  <c:valAx>
        <c:axId val="901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Bar Sales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900"/>
        <c:crosses val="autoZero"/>
      </c:valAx>
      <c:catAx>
        <c:axId val="900"/>
        <c:scaling>
          <c:orientation val="minMax"/>
        </c:scaling>
        <c:delete val="1"/>
        <c:axPos val="b"/>
        <c:numFmt formatCode="General" sourceLinked="0"/>
        <c:crossAx val="901"/>
      </c:cat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8229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