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buFont typeface="Arial"/>
              <a:buChar char="■"/>
            </a:lvl1pPr>
            <a:lvl2pPr>
              <a:buFont typeface="Arial"/>
              <a:buChar char="–"/>
            </a:lvl2pPr>
            <a:lvl3pPr>
              <a:buFont typeface="Arial"/>
              <a:buAutoNum type="arabicPeriod"/>
            </a:lvl3pPr>
          </a:lstStyle>
          <a:p>
            <a:r>
              <a:t>Level 1 bullet inherited from the shape's list style</a:t>
            </a:r>
          </a:p>
          <a:p>
            <a:pPr lvl="1"/>
            <a:r>
              <a:t>Level 2 bullet inherited from the shape's list style</a:t>
            </a:r>
          </a:p>
          <a:p>
            <a:pPr lvl="2"/>
            <a:r>
              <a:t>Level 3 numbering inherited from the shape's list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Char char="•"/>
            </a:pPr>
            <a:r>
              <a:t>Bullet declared directly on the paragraph (control)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